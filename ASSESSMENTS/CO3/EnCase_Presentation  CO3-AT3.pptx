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57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7429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31520" y="22860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ENCASE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77240" y="3337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Digital Forensics Software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7240" y="4023360"/>
            <a:ext cx="1280160" cy="4572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246648-B8DF-4ECC-83C8-5734CE2F1B8B}"/>
              </a:ext>
            </a:extLst>
          </p:cNvPr>
          <p:cNvSpPr txBox="1"/>
          <p:nvPr/>
        </p:nvSpPr>
        <p:spPr>
          <a:xfrm>
            <a:off x="8104472" y="5929162"/>
            <a:ext cx="4928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PRESENTED BY:</a:t>
            </a:r>
          </a:p>
          <a:p>
            <a:pPr algn="ctr"/>
            <a:r>
              <a:rPr lang="en-IN" b="1" dirty="0">
                <a:solidFill>
                  <a:schemeClr val="bg1"/>
                </a:solidFill>
              </a:rPr>
              <a:t>P. Sai Charan Tej(192465048)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EnCase?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6492240" cy="4206240"/>
          </a:xfrm>
          <a:prstGeom prst="roundRect">
            <a:avLst>
              <a:gd name="adj" fmla="val 2609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5760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EnCase is a leading digital forensics software suite </a:t>
            </a:r>
            <a:r>
              <a:rPr lang="en-US" sz="16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(originally by Guidance Software, now owned by OpenText) </a:t>
            </a: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acts like a digital detective's magnifying glass.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5760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lets investigators look inside computers, phones, and storage devices to find evidence — even files someone tried to delete — without changing or damaging the original data.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06640" y="1280160"/>
            <a:ext cx="4206240" cy="4206240"/>
          </a:xfrm>
          <a:prstGeom prst="roundRect">
            <a:avLst>
              <a:gd name="adj" fmla="val 260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052560" y="1737360"/>
            <a:ext cx="914400" cy="9144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052560" y="17373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🔍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680960" y="2834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this way: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680960" y="324612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computer is a crime scene, EnCase is the tool used to search every corner of it — safely and carefully.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EnCase — Digital Forensics Software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🖨️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Imaging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verified, bit-for-bit copies of storage media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37160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617720" y="16459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61772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🗂️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0" y="24231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Recovery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278892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deleted or hidden files across major file systems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137160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8412480" y="16459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41248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🔎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366760" y="24231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66760" y="278892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entire drives, even unallocated space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93192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22960" y="42062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22960" y="4206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🕒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77240" y="4983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Analysis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7240" y="534924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Reconstructs when files were created or changed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43400" y="393192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617720" y="42062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617720" y="4206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📧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572000" y="4983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Analysis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72000" y="534924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Examines emails, browser history, registry data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138160" y="393192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8412480" y="42062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8412480" y="4206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8366760" y="4983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366760" y="534924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clear, court-ready evidence reports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EnCase — Digital Forensics Software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531620" y="214884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53162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9718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Device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356616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an exact, verified copy of the drive or phone — the original is never touched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08960" y="32004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83280" y="18288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2C37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366260" y="214884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36626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566160" y="29718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Analyze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11880" y="356616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through files, deleted data, and hidden areas for evidence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0" y="32004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17920" y="18288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200900" y="214884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20090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400800" y="29718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Timeline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46520" y="356616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when files were created, opened, or changed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778240" y="32004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9052560" y="18288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2C37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10035540" y="214884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003554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235440" y="29718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Findings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281160" y="356616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clear report that can be presented in court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EnCase — Digital Forensics Software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Uses EnCase?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53035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960120" y="17830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6012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👮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737360" y="155448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&amp; Government Investigators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0" y="1554480"/>
            <a:ext cx="53035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629400" y="17830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62940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🏢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406640" y="155448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Security Teams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2971800"/>
            <a:ext cx="53035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960120" y="32004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60120" y="3200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⚖️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737360" y="297180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Lawyers &amp; Legal Teams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0" y="2971800"/>
            <a:ext cx="53035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629400" y="32004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629400" y="3200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🎓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406640" y="297180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Forensic Experts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EnCase — Digital Forensics Software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Access as a Student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26307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68680" y="16459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Academic Program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219456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EnCase is not free to download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OpenText offers an Academic Program for universities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is arranged through your institution, not individually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 professor or department if the program is available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537960" y="16459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Free Alternative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37960" y="219456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Autopsy (built on The Sleuth Kit) is a free, open-source forensic tool that teaches the same core concepts — disk imaging, file recovery, timeline analysis — great for self-study while waiting for institutional access.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EnCase — Digital Forensics Software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11064240" cy="4754880"/>
          </a:xfrm>
          <a:prstGeom prst="roundRect">
            <a:avLst>
              <a:gd name="adj" fmla="val 2885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005840" y="1554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One Sentence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51560" y="2103120"/>
            <a:ext cx="914400" cy="457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05840" y="246888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6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EnCase = A safe, trusted tool for digging up digital evidence without breaking it.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05840" y="45720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EnCase — Digital Forensics Software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413</Words>
  <Application>Microsoft Office PowerPoint</Application>
  <PresentationFormat>Widescreen</PresentationFormat>
  <Paragraphs>84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pothuraju saicharantej</cp:lastModifiedBy>
  <cp:revision>2</cp:revision>
  <dcterms:created xsi:type="dcterms:W3CDTF">2026-08-01T04:23:48Z</dcterms:created>
  <dcterms:modified xsi:type="dcterms:W3CDTF">2026-08-04T15:55:06Z</dcterms:modified>
</cp:coreProperties>
</file>